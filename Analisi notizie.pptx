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D5E39-39D8-6C76-89C1-601A5E630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78D6F-2064-3EE8-85F9-532E60DA6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29976-EE74-3488-889F-54603FB3E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277-06B9-4DBE-938F-B6FD9AD4515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DBA6E-8275-C884-F549-416C1B189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4D0C-F6F3-0A57-BECD-C92C82A68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A3FF-3D5C-45A2-BB72-CE5A06985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255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57ED1-EC22-655B-D352-658EC692F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B7173-73AE-4CB9-EE4D-94B9F8605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88392-6E24-7923-A68A-11A2F8213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277-06B9-4DBE-938F-B6FD9AD4515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98205-DA5A-731C-2A71-F0D1D2DC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2BC23-370D-67A0-DC4F-14EEB00A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A3FF-3D5C-45A2-BB72-CE5A06985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823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227EF-5D40-6062-4D8C-09402EFAA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16941-6659-93DF-2DB4-447A1FC87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25CE-7F9F-3332-9413-D62E98FBE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277-06B9-4DBE-938F-B6FD9AD4515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66D77-C385-39AD-24C0-8D7FEE3A2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47F73-8EF4-2B51-C79F-9A3DE21F0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A3FF-3D5C-45A2-BB72-CE5A06985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C61DF-3CC6-FBAB-7444-768614BF0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1FA74-2327-0FAA-4C37-073F1F7463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E5278-8FFE-4A96-43A1-A8FCB94F0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96C7B-58FE-CE0E-EB23-30FDCCE9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277-06B9-4DBE-938F-B6FD9AD4515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F048C-8945-5619-E983-0A90558DE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A2667-8C51-C709-23C1-629E24836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A3FF-3D5C-45A2-BB72-CE5A06985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8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979C7-8A11-DEA6-FD8C-11D192A2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6A13A-6031-81C6-E39F-C18A54D0A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A46460-6A62-4971-18FA-6F7ADC91C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004095-A4C5-4251-8EC1-08828E6F4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9B4BF9-90E6-6871-9578-C4C6BC1B29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19C934-6C95-8AA9-2FD8-C89CF0A93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277-06B9-4DBE-938F-B6FD9AD4515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DFD8A8-B43C-6BE1-4E3B-52C471E7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C217C3-D9DF-80FF-2FD8-3BE231553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A3FF-3D5C-45A2-BB72-CE5A06985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1187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267E3-2973-6E3A-60E1-6FC3B7669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D2533A-F300-1D41-0C42-D117F55E7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277-06B9-4DBE-938F-B6FD9AD4515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A8CA51-3C8A-A3C2-934D-E60849A86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63A5C-2A32-F479-7231-B9A04C268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A3FF-3D5C-45A2-BB72-CE5A06985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9920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D31892-C203-AEA3-4F0E-953EE40DD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277-06B9-4DBE-938F-B6FD9AD4515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DF702-0DD4-6622-69DA-AEE124E98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53636-975B-7F1B-1684-2FFBCCFBD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A3FF-3D5C-45A2-BB72-CE5A06985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026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313B1-A644-01DE-540A-E56FFC52C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BA301-5BE8-86EC-9B10-E73122D32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94FF2-DC5A-610C-5C39-8FDAF06B7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C3A68-4071-2CA8-A0BD-8D1590FB7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277-06B9-4DBE-938F-B6FD9AD4515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8366F-22E3-04A3-A024-FD1AF9E4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AE197-1799-CB6A-97EA-9756F111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A3FF-3D5C-45A2-BB72-CE5A06985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7010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68EFC-F0C6-C381-17FC-0FA6B0743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B0D4AF-933D-EA91-63BD-CB36F64C5F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5BFFF-DED2-2435-76D0-B441571B9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9C8B2-A9BB-7417-81E8-31888845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277-06B9-4DBE-938F-B6FD9AD4515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F9CF4-EC2F-F682-66A3-00575D29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9EAF0-74B4-CCB4-ADB5-7D3799AC5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A3FF-3D5C-45A2-BB72-CE5A06985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03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B01CF-A268-FD00-BFD1-540ABCEFC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95C253-93A2-6B13-AC1C-A6E40C2FE0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B40AA-1543-F026-AD2D-030B850CF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277-06B9-4DBE-938F-B6FD9AD4515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607AA-F220-E2DA-9114-D1D1B886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726A-D716-02D4-816B-BED9FC30C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A3FF-3D5C-45A2-BB72-CE5A06985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566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F2D39B-5580-DDB2-AE0C-117AED22CC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F91B88-3B14-7F73-A67C-B848483C5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BDFF9-AB58-2171-3AC7-ECB0767BF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277-06B9-4DBE-938F-B6FD9AD4515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7F7AE-39D9-D88D-93B7-F9022A7D6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B43A1-10C3-5BFC-C3D4-5ABAA536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A3FF-3D5C-45A2-BB72-CE5A06985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70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483F2A-0B43-0898-2889-A600904C9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642A9-7AB4-C6C5-3960-16D07DB99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1DE3A-EAB4-D07B-7F36-D682EB680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97A277-06B9-4DBE-938F-B6FD9AD4515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C18D-82DB-1184-08AB-82D8A540A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446D9-65BA-3E7F-CF5B-E5F7400D60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CA3FF-3D5C-45A2-BB72-CE5A06985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96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33695-4853-8AC2-2E2C-1B888A7B9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BDD9E-7979-7E22-AF52-66B2EA61D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RICORDA DI RIMUOVERE «HELLO WORLD» da ETL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136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AFABB-76DE-96B0-DF47-7DA1C8D185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Analisi notizie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868E71-94B1-6481-2BFB-48F9C5F8E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/>
          <a:lstStyle/>
          <a:p>
            <a:r>
              <a:rPr lang="it-IT" dirty="0"/>
              <a:t>Con il passare degli anni si parla sempre delle stesse cose?</a:t>
            </a:r>
          </a:p>
          <a:p>
            <a:r>
              <a:rPr lang="en-GB" dirty="0"/>
              <a:t>Come cambia il tono in base </a:t>
            </a:r>
            <a:r>
              <a:rPr lang="en-GB" dirty="0" err="1"/>
              <a:t>all’argomento</a:t>
            </a:r>
            <a:r>
              <a:rPr lang="en-GB" dirty="0"/>
              <a:t>?</a:t>
            </a:r>
          </a:p>
          <a:p>
            <a:r>
              <a:rPr lang="en-GB" dirty="0" err="1"/>
              <a:t>Riusciamo</a:t>
            </a:r>
            <a:r>
              <a:rPr lang="en-GB" dirty="0"/>
              <a:t> a </a:t>
            </a:r>
            <a:r>
              <a:rPr lang="en-GB" dirty="0" err="1"/>
              <a:t>predire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giornalista</a:t>
            </a:r>
            <a:r>
              <a:rPr lang="en-GB" dirty="0"/>
              <a:t> ha </a:t>
            </a:r>
            <a:r>
              <a:rPr lang="en-GB" dirty="0" err="1"/>
              <a:t>scritto</a:t>
            </a:r>
            <a:r>
              <a:rPr lang="en-GB" dirty="0"/>
              <a:t> </a:t>
            </a:r>
            <a:r>
              <a:rPr lang="en-GB" dirty="0" err="1"/>
              <a:t>l’articolo</a:t>
            </a:r>
            <a:r>
              <a:rPr lang="en-GB" dirty="0"/>
              <a:t>?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Che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relazione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c’è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tra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copertura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mediatica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e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popolarità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del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partito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72870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96DA3-B212-4E9A-78EB-13452DA98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404"/>
          </a:xfrm>
        </p:spPr>
        <p:txBody>
          <a:bodyPr/>
          <a:lstStyle/>
          <a:p>
            <a:pPr algn="ctr"/>
            <a:r>
              <a:rPr lang="it-IT" dirty="0"/>
              <a:t>I dataset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65CBE9-435F-4AE5-0EF7-9D374AFBF2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142"/>
          <a:stretch>
            <a:fillRect/>
          </a:stretch>
        </p:blipFill>
        <p:spPr>
          <a:xfrm>
            <a:off x="393353" y="2964402"/>
            <a:ext cx="5037257" cy="4749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5B3332-1826-04BB-9D5D-06E66AD4FC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510"/>
          <a:stretch>
            <a:fillRect/>
          </a:stretch>
        </p:blipFill>
        <p:spPr>
          <a:xfrm>
            <a:off x="393353" y="4670274"/>
            <a:ext cx="10531753" cy="4749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344B1A-AA73-130D-AA23-CE48E44517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020"/>
          <a:stretch>
            <a:fillRect/>
          </a:stretch>
        </p:blipFill>
        <p:spPr>
          <a:xfrm>
            <a:off x="393353" y="1258530"/>
            <a:ext cx="8382726" cy="4749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5661937-3862-E0A2-A6CA-1EC228225F0D}"/>
              </a:ext>
            </a:extLst>
          </p:cNvPr>
          <p:cNvSpPr txBox="1"/>
          <p:nvPr/>
        </p:nvSpPr>
        <p:spPr>
          <a:xfrm>
            <a:off x="393353" y="3500802"/>
            <a:ext cx="71752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Periodi</a:t>
            </a:r>
            <a:r>
              <a:rPr lang="en-GB" dirty="0"/>
              <a:t>: data min: 2016-01-25 20:07:16 data max: 2022-06-30 23:53:09</a:t>
            </a:r>
          </a:p>
          <a:p>
            <a:r>
              <a:rPr lang="en-GB" dirty="0" err="1"/>
              <a:t>Righe</a:t>
            </a:r>
            <a:r>
              <a:rPr lang="en-GB" dirty="0"/>
              <a:t>: 149839</a:t>
            </a:r>
            <a:br>
              <a:rPr lang="en-GB" dirty="0"/>
            </a:br>
            <a:r>
              <a:rPr lang="en-GB" dirty="0"/>
              <a:t>Valori </a:t>
            </a:r>
            <a:r>
              <a:rPr lang="en-GB" dirty="0" err="1"/>
              <a:t>mancanti</a:t>
            </a:r>
            <a:r>
              <a:rPr lang="en-GB" dirty="0"/>
              <a:t>: </a:t>
            </a:r>
            <a:r>
              <a:rPr lang="en-GB" dirty="0" err="1"/>
              <a:t>bodyContent</a:t>
            </a:r>
            <a:r>
              <a:rPr lang="en-GB" dirty="0"/>
              <a:t> 1108</a:t>
            </a:r>
          </a:p>
          <a:p>
            <a:r>
              <a:rPr lang="en-GB" dirty="0" err="1"/>
              <a:t>Varori</a:t>
            </a:r>
            <a:r>
              <a:rPr lang="en-GB" dirty="0"/>
              <a:t> </a:t>
            </a:r>
            <a:r>
              <a:rPr lang="en-GB" dirty="0" err="1"/>
              <a:t>ripetuti</a:t>
            </a:r>
            <a:r>
              <a:rPr lang="en-GB" dirty="0"/>
              <a:t>: </a:t>
            </a:r>
            <a:r>
              <a:rPr lang="en-GB" dirty="0" err="1"/>
              <a:t>bodyContent</a:t>
            </a:r>
            <a:r>
              <a:rPr lang="en-GB" dirty="0"/>
              <a:t> 291</a:t>
            </a:r>
          </a:p>
        </p:txBody>
      </p:sp>
    </p:spTree>
    <p:extLst>
      <p:ext uri="{BB962C8B-B14F-4D97-AF65-F5344CB8AC3E}">
        <p14:creationId xmlns:p14="http://schemas.microsoft.com/office/powerpoint/2010/main" val="167998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7FA32-A239-44BF-F381-1113AF95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 dati che ci servono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9539B-1B2F-6421-1EC8-E4586C856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Testo </a:t>
            </a:r>
            <a:r>
              <a:rPr lang="en-GB" dirty="0" err="1"/>
              <a:t>dell'articolo</a:t>
            </a:r>
            <a:r>
              <a:rPr lang="en-GB" dirty="0"/>
              <a:t>, </a:t>
            </a:r>
            <a:r>
              <a:rPr lang="en-GB" dirty="0" err="1"/>
              <a:t>presente</a:t>
            </a:r>
            <a:r>
              <a:rPr lang="en-GB" dirty="0"/>
              <a:t> in tutti con </a:t>
            </a:r>
            <a:r>
              <a:rPr lang="en-GB" dirty="0" err="1"/>
              <a:t>nomi</a:t>
            </a:r>
            <a:r>
              <a:rPr lang="en-GB" dirty="0"/>
              <a:t> </a:t>
            </a:r>
            <a:r>
              <a:rPr lang="en-GB" dirty="0" err="1"/>
              <a:t>diversi</a:t>
            </a:r>
            <a:r>
              <a:rPr lang="en-GB" dirty="0"/>
              <a:t> (</a:t>
            </a:r>
            <a:r>
              <a:rPr lang="en-GB" dirty="0" err="1"/>
              <a:t>bodyContent</a:t>
            </a:r>
            <a:r>
              <a:rPr lang="en-GB" dirty="0"/>
              <a:t>, Article text, </a:t>
            </a:r>
            <a:r>
              <a:rPr lang="en-GB" dirty="0" err="1"/>
              <a:t>body_text</a:t>
            </a:r>
            <a:r>
              <a:rPr lang="en-GB" dirty="0"/>
              <a:t>)</a:t>
            </a:r>
          </a:p>
          <a:p>
            <a:r>
              <a:rPr lang="en-GB" dirty="0"/>
              <a:t>Tema </a:t>
            </a:r>
            <a:r>
              <a:rPr lang="en-GB" dirty="0" err="1"/>
              <a:t>dell'articolo</a:t>
            </a:r>
            <a:r>
              <a:rPr lang="en-GB" dirty="0"/>
              <a:t> (</a:t>
            </a:r>
            <a:r>
              <a:rPr lang="en-GB" dirty="0" err="1"/>
              <a:t>Mancante</a:t>
            </a:r>
            <a:r>
              <a:rPr lang="en-GB" dirty="0"/>
              <a:t> Guardian dataset, </a:t>
            </a:r>
            <a:r>
              <a:rPr lang="en-GB" dirty="0" err="1"/>
              <a:t>Imparziale</a:t>
            </a:r>
            <a:r>
              <a:rPr lang="en-GB" dirty="0"/>
              <a:t> CNN dataset, </a:t>
            </a:r>
            <a:r>
              <a:rPr lang="en-GB" dirty="0" err="1"/>
              <a:t>imparziale</a:t>
            </a:r>
            <a:r>
              <a:rPr lang="en-GB" dirty="0"/>
              <a:t> NYT dataset)</a:t>
            </a:r>
          </a:p>
          <a:p>
            <a:r>
              <a:rPr lang="en-GB" dirty="0"/>
              <a:t>Nome </a:t>
            </a:r>
            <a:r>
              <a:rPr lang="en-GB" dirty="0" err="1"/>
              <a:t>giornalista</a:t>
            </a:r>
            <a:r>
              <a:rPr lang="en-GB" dirty="0"/>
              <a:t> (</a:t>
            </a:r>
            <a:r>
              <a:rPr lang="en-GB" dirty="0" err="1"/>
              <a:t>Mancante</a:t>
            </a:r>
            <a:r>
              <a:rPr lang="en-GB" dirty="0"/>
              <a:t> Guardian dataset, </a:t>
            </a:r>
            <a:r>
              <a:rPr lang="en-GB" dirty="0" err="1"/>
              <a:t>Abbastanza</a:t>
            </a:r>
            <a:r>
              <a:rPr lang="en-GB" dirty="0"/>
              <a:t> </a:t>
            </a:r>
            <a:r>
              <a:rPr lang="en-GB" dirty="0" err="1"/>
              <a:t>pulito</a:t>
            </a:r>
            <a:r>
              <a:rPr lang="en-GB" dirty="0"/>
              <a:t> CNN dataset, Pulito ma 50% missing values)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431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7A0EA-DF9F-D5F1-2BDF-EB902761A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Problemi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1C739-EA40-0A76-F926-62D88B914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- Definire un insieme di temi e fare classificazione non supervisionata </a:t>
            </a:r>
          </a:p>
          <a:p>
            <a:pPr marL="0" indent="0">
              <a:buNone/>
            </a:pPr>
            <a:r>
              <a:rPr lang="it-IT" dirty="0"/>
              <a:t>- Grandissime quantità di dati (circa 2 </a:t>
            </a:r>
            <a:r>
              <a:rPr lang="it-IT" dirty="0" err="1"/>
              <a:t>gb</a:t>
            </a:r>
            <a:r>
              <a:rPr lang="it-IT" dirty="0"/>
              <a:t> di testo), divisione del dataset necessario per le limitate capacità del mio pc</a:t>
            </a:r>
          </a:p>
          <a:p>
            <a:pPr marL="0" indent="0">
              <a:buNone/>
            </a:pPr>
            <a:r>
              <a:rPr lang="it-IT" dirty="0"/>
              <a:t>- I dati derivano da </a:t>
            </a:r>
            <a:r>
              <a:rPr lang="it-IT" dirty="0" err="1"/>
              <a:t>scraping</a:t>
            </a:r>
            <a:r>
              <a:rPr lang="it-IT" dirty="0"/>
              <a:t>, quali articoli sono stati inclusi? analizzare il sito web per vedere quali sezioni mancano interamente</a:t>
            </a:r>
          </a:p>
          <a:p>
            <a:pPr marL="0" indent="0">
              <a:buNone/>
            </a:pPr>
            <a:r>
              <a:rPr lang="it-IT" dirty="0"/>
              <a:t>- Anni molto diversi e testate giornalistiche diverse. Rigore statistico dubbio, analisi comparata per anni in comune</a:t>
            </a:r>
          </a:p>
          <a:p>
            <a:pPr marL="0" indent="0">
              <a:buNone/>
            </a:pPr>
            <a:r>
              <a:rPr lang="it-IT" dirty="0"/>
              <a:t>-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8784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4D952-8157-F16C-3F35-CF4DDD4C9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644A4-5B78-4247-635D-C1DBAA6CA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it-IT" dirty="0"/>
              <a:t>Adesso voglio che fai lo stesso processo con gli altri due dataset e rinomini i notebook con «pulizia </a:t>
            </a:r>
            <a:r>
              <a:rPr lang="it-IT" dirty="0" err="1"/>
              <a:t>guardian</a:t>
            </a:r>
            <a:r>
              <a:rPr lang="it-IT" dirty="0"/>
              <a:t>», </a:t>
            </a:r>
            <a:r>
              <a:rPr lang="it-IT" dirty="0" err="1"/>
              <a:t>pulizia_cnn</a:t>
            </a:r>
            <a:r>
              <a:rPr lang="it-IT" dirty="0"/>
              <a:t>, </a:t>
            </a:r>
            <a:r>
              <a:rPr lang="it-IT" dirty="0" err="1"/>
              <a:t>ecc</a:t>
            </a:r>
            <a:r>
              <a:rPr lang="it-IT" dirty="0"/>
              <a:t>: </a:t>
            </a:r>
          </a:p>
          <a:p>
            <a:pPr marL="0" indent="0">
              <a:buNone/>
            </a:pPr>
            <a:r>
              <a:rPr lang="it-IT" dirty="0" err="1"/>
              <a:t>CNN_articles</a:t>
            </a:r>
            <a:r>
              <a:rPr lang="it-IT" dirty="0"/>
              <a:t> -&gt; devi tenere solo le colonne autore, data, categoria, sezione, headline, </a:t>
            </a:r>
            <a:r>
              <a:rPr lang="it-IT" dirty="0" err="1"/>
              <a:t>article</a:t>
            </a:r>
            <a:r>
              <a:rPr lang="it-IT" dirty="0"/>
              <a:t> text. </a:t>
            </a:r>
          </a:p>
          <a:p>
            <a:pPr marL="0" indent="0">
              <a:buNone/>
            </a:pPr>
            <a:r>
              <a:rPr lang="it-IT" dirty="0"/>
              <a:t>Rimuovi duplicati solo se </a:t>
            </a:r>
            <a:r>
              <a:rPr lang="it-IT" dirty="0" err="1"/>
              <a:t>url</a:t>
            </a:r>
            <a:r>
              <a:rPr lang="it-IT" dirty="0"/>
              <a:t> è uguale e se il testo dell’articolo è uguale</a:t>
            </a:r>
          </a:p>
          <a:p>
            <a:pPr marL="0" indent="0">
              <a:buNone/>
            </a:pPr>
            <a:r>
              <a:rPr lang="it-IT" dirty="0"/>
              <a:t>Fai meno cambi possibili al mio codice</a:t>
            </a:r>
          </a:p>
          <a:p>
            <a:pPr marL="0" indent="0">
              <a:buNone/>
            </a:pPr>
            <a:r>
              <a:rPr lang="it-IT" dirty="0"/>
              <a:t>Cartella Full text csv -&gt; voglio che fai uno script </a:t>
            </a:r>
            <a:r>
              <a:rPr lang="it-IT" dirty="0" err="1"/>
              <a:t>python</a:t>
            </a:r>
            <a:r>
              <a:rPr lang="it-IT" dirty="0"/>
              <a:t> separato per unire tutti i database</a:t>
            </a:r>
          </a:p>
          <a:p>
            <a:pPr marL="0" indent="0">
              <a:buNone/>
            </a:pPr>
            <a:r>
              <a:rPr lang="it-IT" dirty="0"/>
              <a:t>Poi sul database NYT_news.csv devi fare le seguenti operazioni</a:t>
            </a:r>
          </a:p>
          <a:p>
            <a:pPr marL="0" indent="0">
              <a:buNone/>
            </a:pPr>
            <a:r>
              <a:rPr lang="it-IT" dirty="0"/>
              <a:t>Tieni solo le colonne autore, data, </a:t>
            </a:r>
            <a:r>
              <a:rPr lang="it-IT" dirty="0" err="1"/>
              <a:t>type</a:t>
            </a:r>
            <a:r>
              <a:rPr lang="it-IT" dirty="0"/>
              <a:t> of </a:t>
            </a:r>
            <a:r>
              <a:rPr lang="it-IT" dirty="0" err="1"/>
              <a:t>material</a:t>
            </a:r>
            <a:r>
              <a:rPr lang="it-IT" dirty="0"/>
              <a:t>, sezione, headline, body text</a:t>
            </a:r>
          </a:p>
          <a:p>
            <a:pPr marL="0" indent="0">
              <a:buNone/>
            </a:pPr>
            <a:r>
              <a:rPr lang="it-IT" dirty="0" err="1"/>
              <a:t>Rimovi</a:t>
            </a:r>
            <a:r>
              <a:rPr lang="it-IT" dirty="0"/>
              <a:t> le righe solo se data, </a:t>
            </a:r>
            <a:r>
              <a:rPr lang="it-IT" dirty="0" err="1"/>
              <a:t>type</a:t>
            </a:r>
            <a:r>
              <a:rPr lang="it-IT" dirty="0"/>
              <a:t> of </a:t>
            </a:r>
            <a:r>
              <a:rPr lang="it-IT" dirty="0" err="1"/>
              <a:t>material</a:t>
            </a:r>
            <a:r>
              <a:rPr lang="it-IT" dirty="0"/>
              <a:t>, sezione, headline, body text mancano</a:t>
            </a:r>
          </a:p>
          <a:p>
            <a:pPr marL="0" indent="0">
              <a:buNone/>
            </a:pPr>
            <a:r>
              <a:rPr lang="it-IT" dirty="0"/>
              <a:t>Rimuovi i duplicati solo se </a:t>
            </a:r>
            <a:r>
              <a:rPr lang="it-IT" dirty="0" err="1"/>
              <a:t>l’url</a:t>
            </a:r>
            <a:r>
              <a:rPr lang="it-IT" dirty="0"/>
              <a:t> è uguale è il testo dell’articolo è uguale</a:t>
            </a:r>
          </a:p>
          <a:p>
            <a:pPr marL="0" indent="0">
              <a:buNone/>
            </a:pPr>
            <a:r>
              <a:rPr lang="it-IT" dirty="0"/>
              <a:t>Fai inoltre un file </a:t>
            </a:r>
            <a:r>
              <a:rPr lang="it-IT" dirty="0" err="1"/>
              <a:t>NYT_clean_autors</a:t>
            </a:r>
            <a:r>
              <a:rPr lang="it-IT" dirty="0"/>
              <a:t> in cui rimuovi le righe anche se manca l’autore</a:t>
            </a:r>
          </a:p>
          <a:p>
            <a:pPr marL="0" indent="0">
              <a:buNone/>
            </a:pPr>
            <a:r>
              <a:rPr lang="it-IT" dirty="0"/>
              <a:t>Fai inoltre un file </a:t>
            </a:r>
            <a:r>
              <a:rPr lang="it-IT" dirty="0" err="1"/>
              <a:t>NYT_clean_nosez</a:t>
            </a:r>
            <a:r>
              <a:rPr lang="it-IT" dirty="0"/>
              <a:t> in cui ci sono solo le righe in cui manca la sezione e </a:t>
            </a:r>
            <a:r>
              <a:rPr lang="it-IT" dirty="0" err="1"/>
              <a:t>type</a:t>
            </a:r>
            <a:r>
              <a:rPr lang="it-IT" dirty="0"/>
              <a:t> of </a:t>
            </a:r>
            <a:r>
              <a:rPr lang="it-IT" dirty="0" err="1"/>
              <a:t>material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Controlla i nomi delle colonne perché quelli che ti ho dato non sono precisi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3982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422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Analisi notizie</vt:lpstr>
      <vt:lpstr>I dataset</vt:lpstr>
      <vt:lpstr>I dati che ci servono</vt:lpstr>
      <vt:lpstr>Problemi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Paolo Napolitano</dc:creator>
  <cp:lastModifiedBy>Paolo Napolitano</cp:lastModifiedBy>
  <cp:revision>2</cp:revision>
  <dcterms:created xsi:type="dcterms:W3CDTF">2026-09-24T14:11:04Z</dcterms:created>
  <dcterms:modified xsi:type="dcterms:W3CDTF">2026-09-25T13:45:51Z</dcterms:modified>
</cp:coreProperties>
</file>